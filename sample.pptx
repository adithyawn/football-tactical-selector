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2" r:id="rId4"/>
    <p:sldId id="257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16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1942-627A-2380-5E5F-B22A48062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A1FC7-A269-8445-5715-89086CFF5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A982E-4148-0100-7B50-FAE6D6B4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519F0-83F1-F744-CFDB-7026B181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D7E62-D342-873B-00EE-43DB7A47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2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9E7-E9DA-212C-29C8-7DFE1AC2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7496-920B-4554-C754-1ADE595E9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306DB-7B64-2435-61FC-C2C44F2C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AE5F0-F8E4-A8AC-4747-8CB989EF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F869D-6B32-07F0-11CD-51BC23DE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9750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C24A-C77C-E61E-2CAA-E4DCA2A6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37BE9-1472-B807-44C1-3D807E5B4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B3F96-BFE0-A9F8-F260-19E53A77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2D7FA-8CE9-1852-CC13-FC260E27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529F8-1CEF-059A-4C3C-453479C3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045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C60E-6D73-BE18-AC3A-CCE21183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C7A01-FE83-DCCE-B4A8-654006606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C0A45-A589-55CD-702C-3D8907255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1CF89-B530-A140-B077-62F1716B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87105-51AF-30C2-40D4-8ABD7481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3938D-A752-EEF4-A7C7-9F4271EF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9807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5CDA-566F-E426-DD76-DC465F1E3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A925B-74BC-81D3-8D3D-AD156B84A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5D8D8-AC18-41AA-C993-E85B89A76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FA440-80E0-97A3-1073-16CE58D24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70E09-2D4F-20D6-AC97-2B20607A2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C1D44-A6B7-63F3-B1BC-A75ECCD2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881D0-F1B4-A7C4-C750-C8A94AD1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6E6BA-D142-D7B0-B998-7F1442B8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990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AFB3-CAC3-8A15-7311-79FA79CC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F8DACF-AB00-8986-41A7-72FC625E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070C8-EAFE-6A8B-6D53-6488626E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86898-D3BA-5411-3EEF-10229C33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241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676D7-6DFE-1DAE-700F-462CA40F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C1C79-ACF8-3D94-0535-066FED69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58DD1-1EFE-3FE6-ABBE-E2273049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74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4DA0-7A1C-F7A4-B8A0-696FCC34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7BCEE-E28C-8460-2343-7BD3B3B93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8881B-3C36-5CE8-BFB7-13E19F322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3C1DB-E2CC-D502-79E5-043C7263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4C860-1454-B032-D887-A036BB24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4105B-8E17-3950-4664-BD8DE9AD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26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D286-8E1F-CE25-6AB8-53F07A900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98253-3993-5EA5-062F-5E6336536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38763-FECD-FC77-9F3B-0FCD0855B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68BE0-75D0-98FF-9129-A6CB6009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22AF9-7223-6102-7911-73716D00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BF6C-50F8-939D-2EDF-268FA731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727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6616-AB9D-E348-BB24-51CAF4D42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80136-A908-C9C1-3A41-2B01C3B47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33838-8E35-71C8-AD2F-A3A730AA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B101D-FFC4-506F-E582-8956DA4B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F0D8C-651C-E2A7-37A6-4F10AB06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994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F0A30F-ADBD-5176-F4DF-44DCE8723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6CF34-4A43-35F6-FFF6-4A47F9F5B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3773B-9715-A4E0-1CE3-F29C9932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2FC50-3FE2-75EA-57B3-0C27146FE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1DEB4-1379-C36C-210A-08312E2D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763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2FEB6-B5D6-329C-53F6-29090BEA2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A150B-E556-3011-5FCF-369D247D8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EEBB0-C238-1A60-3531-EE157D160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C439A-0565-4F97-BC75-DB098021B28F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E32C6-9F20-CAD1-F097-5C73FFC3D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01F78-4CB9-7495-4919-3A4CCB140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C09BB-2301-4801-AA4E-1F4CB9DE14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290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CC5F3-0EAF-108C-384E-59DAEF78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8C926-DA0C-7586-EC29-01F3ECC7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A8A1F-8E11-611A-55AE-1C7E8786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3147"/>
            <a:ext cx="12192000" cy="587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69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80E2C8-283E-3F23-E382-61EFCBF68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138"/>
            <a:ext cx="12192000" cy="60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9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480F-01B5-4EDB-5A3A-9E46405D9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683AF-1B28-26EF-7D35-D74B07BFE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58FE3F-ADCE-A48E-16FF-2DCE7304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" y="0"/>
            <a:ext cx="996696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94F3D9-831C-E612-88F7-8FAA108A5E19}"/>
              </a:ext>
            </a:extLst>
          </p:cNvPr>
          <p:cNvSpPr txBox="1"/>
          <p:nvPr/>
        </p:nvSpPr>
        <p:spPr>
          <a:xfrm>
            <a:off x="7409793" y="714703"/>
            <a:ext cx="1807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General Perform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5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4B59B-29B9-A31B-61D0-A3D061D02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00" y="0"/>
            <a:ext cx="995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C9C0CB-4EAD-E823-14CF-C80FFF437611}"/>
              </a:ext>
            </a:extLst>
          </p:cNvPr>
          <p:cNvSpPr txBox="1"/>
          <p:nvPr/>
        </p:nvSpPr>
        <p:spPr>
          <a:xfrm>
            <a:off x="7409793" y="714703"/>
            <a:ext cx="1611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Tim Defending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06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1F3B-3737-8E09-E203-BF12F91F8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4A808-01D6-6F08-2618-8F00B1701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20308-6D79-FC1E-DCEE-B7971FA28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304" y="0"/>
            <a:ext cx="986339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703FC8-42FB-4AD2-3E93-FD0DB306C670}"/>
              </a:ext>
            </a:extLst>
          </p:cNvPr>
          <p:cNvSpPr txBox="1"/>
          <p:nvPr/>
        </p:nvSpPr>
        <p:spPr>
          <a:xfrm>
            <a:off x="7409793" y="714703"/>
            <a:ext cx="219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Creativity Defending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9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144E-D846-4BEB-2717-C651AB6D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5CD8-8E09-6FA6-7D64-1D2F570BB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8059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BE44-0F30-0186-D17F-45EF7676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1478D-5918-7B91-B2D1-1D6D0C62C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8608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6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Procurement Tamer</dc:creator>
  <cp:lastModifiedBy>Procurement Tamer</cp:lastModifiedBy>
  <cp:revision>4</cp:revision>
  <dcterms:created xsi:type="dcterms:W3CDTF">2025-11-06T07:02:13Z</dcterms:created>
  <dcterms:modified xsi:type="dcterms:W3CDTF">2025-11-06T12:13:53Z</dcterms:modified>
</cp:coreProperties>
</file>